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" cy="4114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流光 Glance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PC屏幕感知桌面效率伴侣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3291840"/>
            <a:ext cx="3657600" cy="27432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中国大学生计算机设计大赛 · 校内选拔赛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参赛类别：人工智能应用类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594360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5943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 · 提取 · 同步 · 显示 · 提醒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572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9019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一句话介绍项目核心价值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3172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350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6791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信息碎片化 / 任务管理低效 / 现有方案不足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0896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127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创新点详解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4564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AI视觉感知 / 软硬协同 / 语音提醒闭环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8620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904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系统架构与技术栈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2336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+ 云端 + 硬件端三层架构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66344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45920" y="4681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功能演示与实现路径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50109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核心流程演示 / 开发里程碑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40680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45920" y="5458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应用场景与展望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920" y="57881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 / 职场 / 比赛场景 / 未来规划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流光 Glance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是一款基于AI视觉感知的桌面效率伴侣，通过</a:t>
            </a:r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自动截屏识别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提取日程任务，结合</a:t>
            </a:r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ESP32硬件外屏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实时同步显示，并通过</a:t>
            </a:r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TTS语音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主动提醒，为用户打造「感知→提取→同步→显示→提醒」的</a:t>
            </a:r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全链路智能任务管理体验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零操作成本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截图即提取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无需手动输入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软硬一体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4846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+ 硬件协同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桌面效率伴侣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📣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智能闭环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4846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AI感知 + 语音提醒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不遗漏任何任务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痛点分析（一）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信息碎片化问题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日程信息分散在多个渠道，用户需要频繁切换查看</a:t>
            </a:r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容易遗漏重要截止时间，造成不必要的损失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微信消息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96012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群通知、私聊中的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任务安排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329184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3383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电子邮件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14600" y="3840480"/>
            <a:ext cx="96012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3931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邮件中的截止日期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和会议邀请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329184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383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电子日历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3840480"/>
            <a:ext cx="96012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3931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Outlook/钉钉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日历日程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329184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383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纸质笔记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97880" y="3840480"/>
            <a:ext cx="96012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3931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课堂笔记、会议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记录中的待办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29184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383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学习平台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3840480"/>
            <a:ext cx="96012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39319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Canvas/Moodle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作业截止时间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</a:t>
            </a:r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核心痛点：用户平均每天需要查看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 个不同渠道</a:t>
            </a:r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才能获取完整日程信息，信息遗漏率高达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痛点分析（二）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任务管理低效问题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传统待办APP需要手动输入，操作繁琐，用户难以坚持使用</a:t>
            </a:r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缺乏智能化的任务提取能力，无法自动识别屏幕中的任务信息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1B3A5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传统方式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打开待办APP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41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手动输入任务标题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256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设置截止时间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09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选择优先级/分类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193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保存确认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流光方式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一键截图（或自动截屏）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4041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AI自动识别并提取任务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442569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智能设置截止时间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4809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自动分类优先级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5193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硬件端即时同步显示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痛点分析（三）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现有方案不足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现有桌面效率工具功能单一，无法与PC工作流深度整合</a:t>
            </a:r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缺乏AI驱动的智能感知能力，无法实现真正的「无感」任务管理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桌面便签/便签纸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063240"/>
            <a:ext cx="18288" cy="45720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简单直观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无法提醒、易丢失、不便携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94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待办APP（Todoist等）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3931920"/>
            <a:ext cx="18288" cy="45720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794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794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需手动输入、与PC工作流割裂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日历应用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4800600"/>
            <a:ext cx="18288" cy="45720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时间管理清晰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4663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依赖手动创建、缺乏智能提取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532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桌面小组件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0" y="5669280"/>
            <a:ext cx="18288" cy="45720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5532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桌面集成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5532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功能单一、无AI能力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CORE INNOVATIONS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👁️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AI视觉感知截图解析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146304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利用阶跃星辰多模态大模型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directly解析屏幕截图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自动提取日程和任务信息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🖥️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软硬协同实时同步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1920" y="4023360"/>
            <a:ext cx="146304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+ ESP32-S3硬件端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通过MQTT协议实时通信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桌面外置屏始终显示最新任务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📣️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语音提醒闭环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4023360"/>
            <a:ext cx="146304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206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阶跃星辰TTS语音播报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任务截止前主动提醒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形成完整智能闭环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创新点详解（一）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AI视觉感知截图解析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核心技术：阶跃星辰多模态大模型 step-1o-turbo-vision</a:t>
            </a:r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直接解析屏幕截图，自动识别并提取日程、任务、截止时间等关键信息，无需用户手动输入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屏幕截图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Pillow / pynput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3291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图像编码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3291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API调用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step-1o-turbo-vision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3291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语义解析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多模态理解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0" y="3291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任务提取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440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零操作成本 - 截图即提取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5440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语义理解 - 识别隐含时间信息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5440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多格式支持 - 微信/邮件/网页/文档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创新点详解（二）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软硬协同实时同步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 + ESP32-S3 硬件端通过 MQTT 实时同步</a:t>
            </a:r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桌面外置屏幕始终显示最新任务，形成「第二屏」效率体验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18288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Python 后台服务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截图监听与AI解析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任务管理 (SQLite)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MQTT 消息发布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TTS 语音播报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0175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端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3611880"/>
            <a:ext cx="18288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EMQX MQTT Broker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消息中转与路由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QoS 消息保障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Wi-Fi 网络通信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硬件端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3611880"/>
            <a:ext cx="18288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ESP32-S3 主控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ST7789 显示屏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WS2812B LED灯带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实时任务展示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440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状态灯光反馈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创新点详解（三）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语音提醒闭环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阶跃星辰 TTS (step-tts-2) 语音播报</a:t>
            </a:r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在任务截止前主动提醒，形成「感知→提取→同步→显示→提醒」完整闭环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截屏监听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自动捕获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320040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AI解析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任务识别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320040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1B3A5C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MQTT推送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实时传输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320040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硬件屏幕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即时展示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0" y="320040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1B3A5C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9808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TTS播报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主动通知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8046720" cy="27432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  形成完整智能闭环，持续守护用户任务  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77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提醒策略：任务截止前 30 分钟 / 10 分钟 / 即将到期 三级提醒  |  LED灯带颜色变化辅助提醒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37744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860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截图监听模块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52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解析模块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任务管理模块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867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发布模块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53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播报模块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界面 (tkinter)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1463040"/>
            <a:ext cx="2377440" cy="4572000"/>
          </a:xfrm>
          <a:prstGeom prst="roundRect">
            <a:avLst>
              <a:gd name="adj" fmla="val 384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端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566160" y="2057400"/>
            <a:ext cx="201168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22860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EMQX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Broker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消息中转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QoS 保障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Topic 路由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Wi-Fi 通信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1463040"/>
            <a:ext cx="2743200" cy="4572000"/>
          </a:xfrm>
          <a:prstGeom prst="roundRect">
            <a:avLst>
              <a:gd name="adj" fmla="val 3333"/>
            </a:avLst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硬件端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17920" y="2057400"/>
            <a:ext cx="2377440" cy="182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22860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ESP32-S3 主控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852928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852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ST7789 显示屏驱动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419856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4198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WS2812B LED 控制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3986784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9867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订阅模块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4553712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553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任务渲染引擎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51206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 远程更新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1752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2011680" cy="457200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端技术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46304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3774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SDK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94176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94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paho-mqtt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352544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5254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010912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0109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pynput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6692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6692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327648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3276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tkinter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1554480"/>
            <a:ext cx="2011680" cy="457200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硬件端技术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34640" y="2148840"/>
            <a:ext cx="146304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7480" y="23774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3035808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0358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Arduino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3694176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694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TFT_eSPI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97480" y="4352544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35254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PubSubClient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97480" y="5010912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97480" y="50109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Adafruit_NeoPixel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554480"/>
            <a:ext cx="2011680" cy="457200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9200" y="2148840"/>
            <a:ext cx="1463040" cy="182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9" name="Shape 37"/>
          <p:cNvSpPr/>
          <p:nvPr/>
        </p:nvSpPr>
        <p:spPr>
          <a:xfrm>
            <a:off x="4892040" y="23774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step-1o-turbo-vision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(视觉理解)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3035808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358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step-tts-2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(语音合成)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1554480"/>
            <a:ext cx="2011680" cy="457200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通信协议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23760" y="2148840"/>
            <a:ext cx="1463040" cy="182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6" name="Shape 44"/>
          <p:cNvSpPr/>
          <p:nvPr/>
        </p:nvSpPr>
        <p:spPr>
          <a:xfrm>
            <a:off x="7086600" y="23774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over Wi-Fi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86600" y="3035808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30358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EMQX Broker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86600" y="3694176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3694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QoS 1 消息保障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FUNCTION DEMO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54480"/>
            <a:ext cx="1280160" cy="2286000"/>
          </a:xfrm>
          <a:prstGeom prst="roundRect">
            <a:avLst>
              <a:gd name="adj" fmla="val 714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截图捕获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91440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697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用户一键截图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或自动定时截屏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1554480"/>
            <a:ext cx="1280160" cy="2286000"/>
          </a:xfrm>
          <a:prstGeom prst="roundRect">
            <a:avLst>
              <a:gd name="adj" fmla="val 714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解析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2606040"/>
            <a:ext cx="91440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2697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识别任务信息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1554480"/>
            <a:ext cx="1280160" cy="2286000"/>
          </a:xfrm>
          <a:prstGeom prst="roundRect">
            <a:avLst>
              <a:gd name="adj" fmla="val 714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0040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任务提取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606040"/>
            <a:ext cx="91440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697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任务/时间/优先级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554480"/>
            <a:ext cx="1280160" cy="2286000"/>
          </a:xfrm>
          <a:prstGeom prst="roundRect">
            <a:avLst>
              <a:gd name="adj" fmla="val 714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6344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同步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606040"/>
            <a:ext cx="91440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697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毫秒级推送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到硬件端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1554480"/>
            <a:ext cx="1280160" cy="2286000"/>
          </a:xfrm>
          <a:prstGeom prst="roundRect">
            <a:avLst>
              <a:gd name="adj" fmla="val 714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📺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屏幕显示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2606040"/>
            <a:ext cx="91440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2697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ESP32驱动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外屏即时展示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89520" y="1554480"/>
            <a:ext cx="1280160" cy="2286000"/>
          </a:xfrm>
          <a:prstGeom prst="roundRect">
            <a:avLst>
              <a:gd name="adj" fmla="val 7143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🔊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58952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语音提醒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72400" y="2606040"/>
            <a:ext cx="914400" cy="182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697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TTS播报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LED灯光反馈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206240"/>
            <a:ext cx="8046720" cy="2011680"/>
          </a:xfrm>
          <a:prstGeom prst="roundRect">
            <a:avLst>
              <a:gd name="adj" fmla="val 4545"/>
            </a:avLst>
          </a:prstGeom>
          <a:solidFill>
            <a:srgbClr val="162D4A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演示场景示例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4400" y="4709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用户在微信群中看到「周五下午3点提交实验报告」的消息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操作：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一键截图 → AI自动识别「实验报告」「周五下午3点」 → 任务同步到硬件屏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桌面外屏显示任务倒计时，截止前30分钟TTS语音提醒 + LED灯闪烁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实现路径与里程碑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DEVELOPMENT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0"/>
            <a:ext cx="80467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第1阶段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需求分析与设计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0584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需求调研与分析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技术选型评估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系统架构设计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257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UI/UX原型设计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26060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第2阶段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310896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核心模块开发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3611880"/>
            <a:ext cx="100584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截图监听模块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4251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AI解析模块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MQTT通信模块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5257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任务管理模块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2606040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第3阶段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310896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硬件端开发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611880"/>
            <a:ext cx="1005840" cy="182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ESP32固件开发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0" y="4251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ST7789屏幕驱动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WS2812B LED控制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5257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MQTT订阅实现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606040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第4阶段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10896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集成测试与优化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52160" y="3611880"/>
            <a:ext cx="1005840" cy="182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系统集成测试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251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性能优化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Bug修复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69280" y="5257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文档编写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55280" y="2606040"/>
            <a:ext cx="274320" cy="274320"/>
          </a:xfrm>
          <a:prstGeom prst="ellipse">
            <a:avLst/>
          </a:prstGeom>
          <a:solidFill>
            <a:srgbClr val="023E8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第5阶段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5月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15200" y="3108960"/>
            <a:ext cx="1554480" cy="29260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E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答辩准备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589520" y="3611880"/>
            <a:ext cx="1005840" cy="18288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演示视频录制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06640" y="4251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PPT制作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06640" y="4754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答辩演练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5257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最终提交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58" name="Text 56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SCENARIOS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📚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3017520"/>
            <a:ext cx="164592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9184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 deadline 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考试安排智能提醒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805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社团活动时间协调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749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实验报告截止追踪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5544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💼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职场人士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840480" y="3017520"/>
            <a:ext cx="164592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329184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291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项目里程碑追踪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88620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8862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会议日程提醒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66160" y="448056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4805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周报/月报截止提醒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66160" y="507492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50749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跨部门协作任务同步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5544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🏆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比赛团队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675120" y="3017520"/>
            <a:ext cx="1645920" cy="182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329184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291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任务分工管理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388620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8862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进度节点追踪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448056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4805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截止时间倒计时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507492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0749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团队协作提醒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HIGHLIGHTS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零操作成本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截图即提取，无需手动输入任务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多模态大模型理解截图语义，精准提取日程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软硬一体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PC + 硬件协同，桌面效率伴侣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MQTT 毫秒级推送，硬件端即时更新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720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语音闭环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TTS 主动提醒，不遗漏任何重要任务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0116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多模态AI应用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将视觉大模型应用于桌面效率场景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6517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跨设备协同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软件与硬件深度整合的创新形态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329184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918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无感交互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改变传统手动输入的任务管理方式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9319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闭环设计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感知到提醒的完整用户体验链路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457200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5720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低成本实现</a:t>
            </a:r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ESP32开源硬件，方案可复制性强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486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</a:t>
            </a:r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让AI成为你的「第三只眼」，自动感知屏幕信息，让任务管理从「手动」走向「自动」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OUTLOOK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短期规划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18288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8346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支持多显示器截图监听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自然语言任务查询交互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任务优先级智能排序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8920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92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数据统计与效率报告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5544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中期规划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49040" y="2560320"/>
            <a:ext cx="18288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28346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移动端APP配套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35204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团队协作任务共享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20440" y="4206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日历自动同步集成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20440" y="48920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892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自定义提醒策略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55448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B3A5C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v4.0+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长期愿景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583680" y="2560320"/>
            <a:ext cx="1828800" cy="182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28346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多平台生态扩展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35204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企业级部署方案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4206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开放API与插件系统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55080" y="48920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62D4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892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构建桌面效率平台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6309360"/>
            <a:ext cx="8229600" cy="914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感谢聊听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流光 Glance - PC屏幕感知桌面效率伴侣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中国大学生计算机设计大赛 · 校内选拔赛 · 人工智能应用类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流光Glance - PC屏幕感知桌面效率伴侣</dc:title>
  <dc:subject>PptxGenJS Presentation</dc:subject>
  <dc:creator>流光Glance团队</dc:creator>
  <cp:lastModifiedBy>流光Glance团队</cp:lastModifiedBy>
  <cp:revision>1</cp:revision>
  <dcterms:created xsi:type="dcterms:W3CDTF">2026-04-14T03:20:55Z</dcterms:created>
  <dcterms:modified xsi:type="dcterms:W3CDTF">2026-04-14T03:20:55Z</dcterms:modified>
</cp:coreProperties>
</file>